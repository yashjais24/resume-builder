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B6FBB-65CD-D32A-2B95-7BBE9CDB8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4DA9F-2A39-E2AB-0B5A-D7350AC10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FA0A9-9F01-0636-9868-FC3BE7864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F9F2-7B14-4678-8923-B7FBBE53300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16378-72EE-5880-B036-06726122B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C0127-92BD-A546-995E-177EBDE49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3E05-D88B-4FF4-9D8A-73831D5C1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089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8F7BB-7F94-FEA5-682B-CD415B596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A3C89-F239-6D69-639D-335DEA803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17212-DA9C-9625-4A26-775AE18C7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F9F2-7B14-4678-8923-B7FBBE53300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DFFAA-DF5E-6F44-AC27-887A92F6D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0396F-FBE1-9C69-8554-CFB2D7BCD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3E05-D88B-4FF4-9D8A-73831D5C1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1542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48E64-8776-8044-1AC2-A446D77A7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53CE0-C265-45FC-8CE0-BA9376F33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CAC09-F58B-2570-EEAC-9D0DCA877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F9F2-7B14-4678-8923-B7FBBE53300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59426-A593-A4C1-BB88-EF62D6BE3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02652-2AB2-3919-10BB-73BED15DB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3E05-D88B-4FF4-9D8A-73831D5C1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5591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67EDD-A8AE-5BDC-BAD8-8C46AB287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FD1A8-292E-39AF-CBF3-F6520E373F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3F9FBD-A0C2-0D75-4DFF-237A53EF84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42BDEB-DE6F-A3AD-8892-CF95135F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F9F2-7B14-4678-8923-B7FBBE53300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8243DC-91CD-4893-241C-5A6B70429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FF934-236F-741B-3592-77067F4B8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3E05-D88B-4FF4-9D8A-73831D5C1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735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8765A-EEDD-0F75-3F06-B6D1188D6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F1C50-3458-4D7E-8E01-064D2CA66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A11917-50CD-DB18-E76F-59629CC7C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36351D-573C-E7F9-63DA-A90899D02B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3FBD1C-6A81-77EE-5854-D90B06DD59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E62B79-77C2-8036-215C-C9D4D46CF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F9F2-7B14-4678-8923-B7FBBE53300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3BC44B-E6BB-E63F-3C94-BC0F05731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666E3E-18E6-A11E-7D94-493753B9F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3E05-D88B-4FF4-9D8A-73831D5C1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371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EFBFC-B3E8-D642-25C8-81794FC6C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CFE2F0-5A78-D708-C004-BDDC700E5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F9F2-7B14-4678-8923-B7FBBE53300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33EEC9-19E7-A333-6C55-481712CED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A757EA-515A-F63B-B80E-4DE4CD68F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3E05-D88B-4FF4-9D8A-73831D5C1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633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57A77E-991C-F317-C835-A2E2CD9D4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F9F2-7B14-4678-8923-B7FBBE53300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F3A10-946C-2C08-EDA3-6D7C9F271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C3935-4E1B-94EE-2D5C-DC1172970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3E05-D88B-4FF4-9D8A-73831D5C1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2281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63675-CE02-DC51-F80F-0EA7515EE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79214-512A-CF3F-FA48-BE6DF66FA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007C-EDBF-40F3-DB67-1F3922D839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3AF27-874D-8FED-435D-7FD6853AE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F9F2-7B14-4678-8923-B7FBBE53300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5FA68-9673-E4C0-8244-F3F439552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BABD8-742B-D223-B552-10E49B0A1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3E05-D88B-4FF4-9D8A-73831D5C1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147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6E681-49EE-28CF-8D9B-FCC8E6C32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7E662E-CEFD-9A56-7722-2B406EEE47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33161A-4427-7354-C307-3DF68DA3E5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9AD92-6006-AB52-D90F-4DB883BBB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F9F2-7B14-4678-8923-B7FBBE53300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2BB5AD-F50B-592F-5EB0-102B4E1DF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FF756-6D67-816E-63A0-C2B725430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3E05-D88B-4FF4-9D8A-73831D5C1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28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EA34C-880C-8D04-6C4E-E24541264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40ACD1-8D7B-6E8A-C460-6A756B6B80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22370-8B89-7FD4-AE02-32BADC162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F9F2-7B14-4678-8923-B7FBBE53300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B6CEF-8280-0116-9B85-B76851CF8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E4776-920F-861C-285A-4B288927B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3E05-D88B-4FF4-9D8A-73831D5C1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3096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1EC188-6F5B-0124-A9A5-10F7617B9C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176BEB-8771-1881-EB27-510DC828B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3BC75-29B6-CE5C-0CD8-509AB9BCA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F9F2-7B14-4678-8923-B7FBBE53300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7B84C-43F8-00FB-7762-CADAC3791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013EE-E14F-1E3B-74DC-610BA71F0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3E05-D88B-4FF4-9D8A-73831D5C1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817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1B2EC4-FE62-E0A2-B05C-91049F1F3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23A9C-9E82-396E-326E-A2A61BE26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865AA-702C-6948-0694-2094E1776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C1F9F2-7B14-4678-8923-B7FBBE53300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E04B3-F42A-591C-DB3C-20DDC5F55A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33CC2-31DC-CC73-DB05-10D771602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33E05-D88B-4FF4-9D8A-73831D5C1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0024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esume-resume-builder (2)-images-0">
            <a:extLst>
              <a:ext uri="{FF2B5EF4-FFF2-40B4-BE49-F238E27FC236}">
                <a16:creationId xmlns:a16="http://schemas.microsoft.com/office/drawing/2014/main" id="{A6528E45-394F-EE87-1F25-1A80F10F8EA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42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esume-resume-builder (2)-images-1">
            <a:extLst>
              <a:ext uri="{FF2B5EF4-FFF2-40B4-BE49-F238E27FC236}">
                <a16:creationId xmlns:a16="http://schemas.microsoft.com/office/drawing/2014/main" id="{CB4DA8B4-8C6A-FA18-0569-5A3FE9F3855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144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esume-resume-builder (2)-images-2">
            <a:extLst>
              <a:ext uri="{FF2B5EF4-FFF2-40B4-BE49-F238E27FC236}">
                <a16:creationId xmlns:a16="http://schemas.microsoft.com/office/drawing/2014/main" id="{4752F1F7-FE15-595A-A448-B2249F079FA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69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esume-resume-builder (2)-images-3">
            <a:extLst>
              <a:ext uri="{FF2B5EF4-FFF2-40B4-BE49-F238E27FC236}">
                <a16:creationId xmlns:a16="http://schemas.microsoft.com/office/drawing/2014/main" id="{A60812C6-6404-8FED-E5BC-C4ED06CFB09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3368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esume-resume-builder (2)-images-4">
            <a:extLst>
              <a:ext uri="{FF2B5EF4-FFF2-40B4-BE49-F238E27FC236}">
                <a16:creationId xmlns:a16="http://schemas.microsoft.com/office/drawing/2014/main" id="{3C635DFB-A0ED-2C43-3402-ED81F92A0AD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7529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esume-resume-builder (2)-images-5">
            <a:extLst>
              <a:ext uri="{FF2B5EF4-FFF2-40B4-BE49-F238E27FC236}">
                <a16:creationId xmlns:a16="http://schemas.microsoft.com/office/drawing/2014/main" id="{21175AF9-65C6-6AC5-F14F-7DD1E516ED8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2343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esume-resume-builder (2)-images-6">
            <a:extLst>
              <a:ext uri="{FF2B5EF4-FFF2-40B4-BE49-F238E27FC236}">
                <a16:creationId xmlns:a16="http://schemas.microsoft.com/office/drawing/2014/main" id="{C5B5BF0B-3C2B-6038-6E33-9476D0E36E3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3582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esume-resume-builder (2)-images-7">
            <a:extLst>
              <a:ext uri="{FF2B5EF4-FFF2-40B4-BE49-F238E27FC236}">
                <a16:creationId xmlns:a16="http://schemas.microsoft.com/office/drawing/2014/main" id="{46601E24-1788-9E47-D57C-B706781CC28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1204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esume-resume-builder (2)-images-8">
            <a:extLst>
              <a:ext uri="{FF2B5EF4-FFF2-40B4-BE49-F238E27FC236}">
                <a16:creationId xmlns:a16="http://schemas.microsoft.com/office/drawing/2014/main" id="{50C0A823-6D07-3FA7-D615-96A855DD34D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12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thakurvanshsingh2007@gmail.com</dc:creator>
  <cp:lastModifiedBy>thakurvanshsingh2007@gmail.com</cp:lastModifiedBy>
  <cp:revision>1</cp:revision>
  <dcterms:created xsi:type="dcterms:W3CDTF">2026-04-19T20:13:20Z</dcterms:created>
  <dcterms:modified xsi:type="dcterms:W3CDTF">2026-04-19T20:19:12Z</dcterms:modified>
</cp:coreProperties>
</file>